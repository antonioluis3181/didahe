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3" d="100"/>
          <a:sy n="73" d="100"/>
        </p:scale>
        <p:origin x="881" y="5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6EB331-0682-A448-61B7-01BC3BEF59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E6868FC-34A2-171C-8731-A0B751C942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CB0C789-287C-8479-60B5-F5B45BA28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EAD16-501C-4E53-89DF-A09081A3B10F}" type="datetimeFigureOut">
              <a:rPr lang="es-ES" smtClean="0"/>
              <a:t>13/01/2026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9B132DC-5B6A-33ED-0723-BCDEC99EC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5DAAD0E-6487-6689-3F89-79B868275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625BB-6DAE-4A91-B07E-0F42D6DE1FD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512290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C1DF07-ACE6-7328-D1F2-F1D1E3795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BB0AA4E-39B1-4D80-A630-A0FFB9D0D5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4156E67-49DB-D950-2759-9128CFE88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EAD16-501C-4E53-89DF-A09081A3B10F}" type="datetimeFigureOut">
              <a:rPr lang="es-ES" smtClean="0"/>
              <a:t>13/01/2026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44AF6A9-6516-D378-8D6D-9CB7DAC87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9FDA71A-4722-16CF-7BD9-96D29FD61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625BB-6DAE-4A91-B07E-0F42D6DE1FD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776696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51E33F-4662-2CC7-5F88-432D6D6E2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11CB46C-4FB0-BF1C-D5FC-38FA7FCFF4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836A5DC-B588-A10A-1B82-CB4B7F0AA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EAD16-501C-4E53-89DF-A09081A3B10F}" type="datetimeFigureOut">
              <a:rPr lang="es-ES" smtClean="0"/>
              <a:t>13/01/2026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88797F7-EEAE-6BE3-FE13-543DA260F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4066000-F893-AF41-E4C6-ED5070F63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625BB-6DAE-4A91-B07E-0F42D6DE1FD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4398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A1579A-B9A6-9362-67D8-3E406EC70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97547E2-AF81-48CF-CE7F-36BA15F8CA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A2B1624-3814-0E23-F9C4-B0C32530EC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C13CEB9-4E76-BDE0-5CAF-AE6A3A637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EAD16-501C-4E53-89DF-A09081A3B10F}" type="datetimeFigureOut">
              <a:rPr lang="es-ES" smtClean="0"/>
              <a:t>13/01/2026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2A1CCC3-FCAA-18EB-4933-6705D36EB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AE70C17-25FA-00EA-0574-FEB8C9A73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625BB-6DAE-4A91-B07E-0F42D6DE1FD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551888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D4712F-5DCE-8252-945F-B8C849820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716D5C5-063B-A773-5CA2-65D8DA46C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D92FCFA-DC71-80E7-6922-0FC110D9A8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34466541-43EF-FB57-B27D-854668E026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4C953A75-AB4B-5B88-9DD4-090F289D26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BD9D9F2-E162-1084-DC14-2CB6045C1D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EAD16-501C-4E53-89DF-A09081A3B10F}" type="datetimeFigureOut">
              <a:rPr lang="es-ES" smtClean="0"/>
              <a:t>13/01/2026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DE7A7A9-B461-BF70-EC49-1819773E2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FD2957F1-5F77-AD47-DFA5-6AB0204A4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625BB-6DAE-4A91-B07E-0F42D6DE1FD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261053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765FF5-2FEA-B2CF-4856-936721045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189E9929-4214-EA19-85B5-A9705C54CE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EAD16-501C-4E53-89DF-A09081A3B10F}" type="datetimeFigureOut">
              <a:rPr lang="es-ES" smtClean="0"/>
              <a:t>13/01/2026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EC83777-A38A-CB43-A8A4-ECAEBF550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D3F8416-CB59-678C-4286-D8B0F9D5B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625BB-6DAE-4A91-B07E-0F42D6DE1FD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90392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21A755B6-0E6E-AC94-3B45-0C8C67708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EAD16-501C-4E53-89DF-A09081A3B10F}" type="datetimeFigureOut">
              <a:rPr lang="es-ES" smtClean="0"/>
              <a:t>13/01/2026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CD46F54-2334-9924-7461-696D0C15B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E9155B-4A92-78E5-E69E-D5FABB11B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625BB-6DAE-4A91-B07E-0F42D6DE1FD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965133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8A9322-78B1-4F8F-EA89-AB83D33CC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C849EF9-1A97-63C9-579B-644E53537A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902F572-22E5-F956-880D-BA79B7A0DB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58F0F04-32B8-8045-5B99-8E52A29F7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EAD16-501C-4E53-89DF-A09081A3B10F}" type="datetimeFigureOut">
              <a:rPr lang="es-ES" smtClean="0"/>
              <a:t>13/01/2026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E9426FB-B434-78E5-D477-ACCE4A458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A6DB0D7-5845-B967-66ED-4121BD1B9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625BB-6DAE-4A91-B07E-0F42D6DE1FD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15808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7EC4FD-7AA3-48A2-EE0A-7DA34A7C0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48AB9FC-2EF2-8030-3E24-895EF008BB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80AEE63-7517-B7F7-6441-E3DE7EB233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A2AB3AB-0F00-FA3B-8089-BF335C2AC8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EAD16-501C-4E53-89DF-A09081A3B10F}" type="datetimeFigureOut">
              <a:rPr lang="es-ES" smtClean="0"/>
              <a:t>13/01/2026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682B11-1E55-FB1A-0D37-F514558EF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FCF3A09-BA3B-024A-40BA-6631C8864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625BB-6DAE-4A91-B07E-0F42D6DE1FD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808039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BB0D37-50CB-4201-A8C1-FA384626A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4556CD5-53B2-3651-6E62-19F9F2AD54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0875F58-1521-B8D6-DDCD-F56EE2AB5B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EAD16-501C-4E53-89DF-A09081A3B10F}" type="datetimeFigureOut">
              <a:rPr lang="es-ES" smtClean="0"/>
              <a:t>13/01/2026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838B671-4092-E020-AE92-4BC13D5BB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C0DBA91-91F5-1FB5-BA14-9BF2C5254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625BB-6DAE-4A91-B07E-0F42D6DE1FD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328380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2F3CCE3-DBCD-CC3F-2259-492C08C335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6A51EBB-F112-C645-F3CB-7CCFCB3D80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AAEC7ED-9BFE-F56C-21C2-507CF8C611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EAD16-501C-4E53-89DF-A09081A3B10F}" type="datetimeFigureOut">
              <a:rPr lang="es-ES" smtClean="0"/>
              <a:t>13/01/2026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93D1234-CC9B-9B3C-43F6-52AFAEA5D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5E84CE6-A864-58A5-B74F-1DFD81853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625BB-6DAE-4A91-B07E-0F42D6DE1FD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52861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D868989D-0DEF-0A0C-AF47-80CEC5B7B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E217CCD-6C7F-5A23-1CCC-B107312838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00751B5-15A4-528D-B330-AEFC9799ED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7EAD16-501C-4E53-89DF-A09081A3B10F}" type="datetimeFigureOut">
              <a:rPr lang="es-ES" smtClean="0"/>
              <a:t>13/01/2026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CD7F330-0F71-770B-E10C-292D971083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AC11164-04FC-91C8-5394-5ACA9F8720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7625BB-6DAE-4A91-B07E-0F42D6DE1FD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21866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DD498-372C-5C43-E8C9-111F715F96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 dirty="0"/>
              <a:t>Proyecto </a:t>
            </a:r>
            <a:r>
              <a:rPr lang="es-ES" dirty="0" err="1"/>
              <a:t>Elearning</a:t>
            </a:r>
            <a:endParaRPr lang="es-ES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0FBDDD0-7C82-84F8-2F23-63B579106D4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ES" dirty="0"/>
              <a:t>Antonio Luis Vela García</a:t>
            </a:r>
          </a:p>
        </p:txBody>
      </p:sp>
    </p:spTree>
    <p:extLst>
      <p:ext uri="{BB962C8B-B14F-4D97-AF65-F5344CB8AC3E}">
        <p14:creationId xmlns:p14="http://schemas.microsoft.com/office/powerpoint/2010/main" val="19723417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82D05A-604B-2F1B-E1EA-0DAC63285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Descripción de la práctica</a:t>
            </a:r>
          </a:p>
        </p:txBody>
      </p:sp>
    </p:spTree>
    <p:extLst>
      <p:ext uri="{BB962C8B-B14F-4D97-AF65-F5344CB8AC3E}">
        <p14:creationId xmlns:p14="http://schemas.microsoft.com/office/powerpoint/2010/main" val="4028933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9C67B-1453-8106-B57C-69B902CD2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9D44BE-0AFF-163C-6C5F-14289494C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Esquema relacional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C3E238E-E84E-523C-8D3D-12CA3371766F}"/>
              </a:ext>
            </a:extLst>
          </p:cNvPr>
          <p:cNvSpPr txBox="1"/>
          <p:nvPr/>
        </p:nvSpPr>
        <p:spPr>
          <a:xfrm>
            <a:off x="993058" y="1858297"/>
            <a:ext cx="9537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Insertar esquema relacional generado con </a:t>
            </a:r>
            <a:r>
              <a:rPr lang="es-ES" dirty="0" err="1"/>
              <a:t>phpmyadmin</a:t>
            </a:r>
            <a:endParaRPr lang="es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B16613C-A6D6-6FC9-AB5B-74AF0268D1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702" y="2498072"/>
            <a:ext cx="6633147" cy="364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1970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3DB00-BFE8-BAE5-ADA6-110441B65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08FE76-5B5D-A953-2A54-CED2E8A69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Tabla puntuación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C75F108-74F0-C422-6D75-281A714DA86A}"/>
              </a:ext>
            </a:extLst>
          </p:cNvPr>
          <p:cNvSpPr txBox="1"/>
          <p:nvPr/>
        </p:nvSpPr>
        <p:spPr>
          <a:xfrm>
            <a:off x="943897" y="1425678"/>
            <a:ext cx="9537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Insertar tabla de puntuación rellena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C5190BF-31FC-8C1C-EF74-D4B660D72D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1810" y="1795010"/>
            <a:ext cx="6088380" cy="5113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8383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DB818-229E-F6DF-7B2E-682B526FB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E03BA2-6732-1CFC-0E37-C33416FA4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GitHub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2B789AC-C061-D2C7-7279-F55985B639EF}"/>
              </a:ext>
            </a:extLst>
          </p:cNvPr>
          <p:cNvSpPr txBox="1"/>
          <p:nvPr/>
        </p:nvSpPr>
        <p:spPr>
          <a:xfrm>
            <a:off x="993058" y="1858297"/>
            <a:ext cx="9537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Insertar enlace a repositorio de GitHub</a:t>
            </a:r>
          </a:p>
        </p:txBody>
      </p:sp>
    </p:spTree>
    <p:extLst>
      <p:ext uri="{BB962C8B-B14F-4D97-AF65-F5344CB8AC3E}">
        <p14:creationId xmlns:p14="http://schemas.microsoft.com/office/powerpoint/2010/main" val="223903574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568</TotalTime>
  <Words>32</Words>
  <Application>Microsoft Office PowerPoint</Application>
  <PresentationFormat>Panorámica</PresentationFormat>
  <Paragraphs>9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Tema de Office</vt:lpstr>
      <vt:lpstr>Proyecto Elearning</vt:lpstr>
      <vt:lpstr>Descripción de la práctica</vt:lpstr>
      <vt:lpstr>Esquema relacional</vt:lpstr>
      <vt:lpstr>Tabla puntuación</vt:lpstr>
      <vt:lpstr>GitHub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Carlos Alberto Rodriguez Parrales</dc:creator>
  <cp:lastModifiedBy>Antonio Luis Vela García</cp:lastModifiedBy>
  <cp:revision>3</cp:revision>
  <dcterms:created xsi:type="dcterms:W3CDTF">2025-01-23T00:19:39Z</dcterms:created>
  <dcterms:modified xsi:type="dcterms:W3CDTF">2026-01-13T17:47:58Z</dcterms:modified>
</cp:coreProperties>
</file>