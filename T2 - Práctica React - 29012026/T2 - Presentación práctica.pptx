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EB331-0682-A448-61B7-01BC3BEF5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6868FC-34A2-171C-8731-A0B751C94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B0C789-287C-8479-60B5-F5B45BA2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B132DC-5B6A-33ED-0723-BCDEC99E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DAAD0E-6487-6689-3F89-79B86827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1229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C1DF07-ACE6-7328-D1F2-F1D1E3795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B0AA4E-39B1-4D80-A630-A0FFB9D0D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156E67-49DB-D950-2759-9128CFE8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4AF6A9-6516-D378-8D6D-9CB7DAC8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FDA71A-4722-16CF-7BD9-96D29FD6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766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51E33F-4662-2CC7-5F88-432D6D6E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1CB46C-4FB0-BF1C-D5FC-38FA7FCFF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36A5DC-B588-A10A-1B82-CB4B7F0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8797F7-EEAE-6BE3-FE13-543DA260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066000-F893-AF41-E4C6-ED5070F6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439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1579A-B9A6-9362-67D8-3E406EC70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7547E2-AF81-48CF-CE7F-36BA15F8C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2B1624-3814-0E23-F9C4-B0C32530E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13CEB9-4E76-BDE0-5CAF-AE6A3A637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A1CCC3-FCAA-18EB-4933-6705D36E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E70C17-25FA-00EA-0574-FEB8C9A7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5188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4712F-5DCE-8252-945F-B8C84982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16D5C5-063B-A773-5CA2-65D8DA46C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92FCFA-DC71-80E7-6922-0FC110D9A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466541-43EF-FB57-B27D-854668E02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C953A75-AB4B-5B88-9DD4-090F289D2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D9D9F2-E162-1084-DC14-2CB6045C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DE7A7A9-B461-BF70-EC49-1819773E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D2957F1-5F77-AD47-DFA5-6AB0204A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6105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65FF5-2FEA-B2CF-4856-936721045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89E9929-4214-EA19-85B5-A9705C54C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EC83777-A38A-CB43-A8A4-ECAEBF550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3F8416-CB59-678C-4286-D8B0F9D5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039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A755B6-0E6E-AC94-3B45-0C8C67708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D46F54-2334-9924-7461-696D0C15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E9155B-4A92-78E5-E69E-D5FABB11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651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A9322-78B1-4F8F-EA89-AB83D33C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849EF9-1A97-63C9-579B-644E53537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02F572-22E5-F956-880D-BA79B7A0D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8F0F04-32B8-8045-5B99-8E52A29F7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9426FB-B434-78E5-D477-ACCE4A45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6DB0D7-5845-B967-66ED-4121BD1B9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580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EC4FD-7AA3-48A2-EE0A-7DA34A7C0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48AB9FC-2EF2-8030-3E24-895EF008B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0AEE63-7517-B7F7-6441-E3DE7EB23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2AB3AB-0F00-FA3B-8089-BF335C2AC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682B11-1E55-FB1A-0D37-F514558E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CF3A09-BA3B-024A-40BA-6631C886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0803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B0D37-50CB-4201-A8C1-FA384626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556CD5-53B2-3651-6E62-19F9F2AD5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875F58-1521-B8D6-DDCD-F56EE2AB5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38B671-4092-E020-AE92-4BC13D5B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0DBA91-91F5-1FB5-BA14-9BF2C525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283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F3CCE3-DBCD-CC3F-2259-492C08C33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A51EBB-F112-C645-F3CB-7CCFCB3D8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AEC7ED-9BFE-F56C-21C2-507CF8C6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3D1234-CC9B-9B3C-43F6-52AFAEA5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E84CE6-A864-58A5-B74F-1DFD8185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5286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868989D-0DEF-0A0C-AF47-80CEC5B7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217CCD-6C7F-5A23-1CCC-B10731283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0751B5-15A4-528D-B330-AEFC9799ED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7EAD16-501C-4E53-89DF-A09081A3B10F}" type="datetimeFigureOut">
              <a:rPr lang="es-ES" smtClean="0"/>
              <a:t>31/01/2026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D7F330-0F71-770B-E10C-292D97108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11164-04FC-91C8-5394-5ACA9F872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186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onioLuis3181/Proyecto_Elearning_Antonio.git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DD498-372C-5C43-E8C9-111F715F96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Proyecto </a:t>
            </a:r>
            <a:r>
              <a:rPr lang="es-ES" dirty="0" err="1"/>
              <a:t>Elearning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FBDDD0-7C82-84F8-2F23-63B579106D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Antonio Luis Vela García</a:t>
            </a:r>
          </a:p>
        </p:txBody>
      </p:sp>
    </p:spTree>
    <p:extLst>
      <p:ext uri="{BB962C8B-B14F-4D97-AF65-F5344CB8AC3E}">
        <p14:creationId xmlns:p14="http://schemas.microsoft.com/office/powerpoint/2010/main" val="1972341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2D05A-604B-2F1B-E1EA-0DAC6328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s-ES" sz="4000" dirty="0"/>
              <a:t>Descripción de la práctica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485FA01-E94B-B99E-FC25-19022FD6955D}"/>
              </a:ext>
            </a:extLst>
          </p:cNvPr>
          <p:cNvSpPr txBox="1"/>
          <p:nvPr/>
        </p:nvSpPr>
        <p:spPr>
          <a:xfrm>
            <a:off x="3048886" y="1545403"/>
            <a:ext cx="60977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ES" sz="1800" b="1" dirty="0">
                <a:latin typeface="Arial" panose="020B0604020202020204" pitchFamily="34" charset="0"/>
              </a:rPr>
              <a:t>Objetivo Principal:</a:t>
            </a:r>
            <a:r>
              <a:rPr lang="es-ES" altLang="es-ES" sz="1800" dirty="0">
                <a:latin typeface="Arial" panose="020B0604020202020204" pitchFamily="34" charset="0"/>
              </a:rPr>
              <a:t> Desarrollo de una aplicación web </a:t>
            </a:r>
            <a:r>
              <a:rPr lang="es-ES" altLang="es-ES" sz="1800" b="1" dirty="0">
                <a:latin typeface="Arial" panose="020B0604020202020204" pitchFamily="34" charset="0"/>
              </a:rPr>
              <a:t>Full </a:t>
            </a:r>
            <a:r>
              <a:rPr lang="es-ES" altLang="es-ES" sz="1800" b="1" dirty="0" err="1">
                <a:latin typeface="Arial" panose="020B0604020202020204" pitchFamily="34" charset="0"/>
              </a:rPr>
              <a:t>Stack</a:t>
            </a:r>
            <a:r>
              <a:rPr lang="es-ES" altLang="es-ES" sz="1800" dirty="0">
                <a:latin typeface="Arial" panose="020B0604020202020204" pitchFamily="34" charset="0"/>
              </a:rPr>
              <a:t> para la gestión centralizada de recursos educativos, permitiendo administrar un catálogo de </a:t>
            </a:r>
            <a:r>
              <a:rPr lang="es-ES" altLang="es-ES" sz="1800" b="1" dirty="0">
                <a:latin typeface="Arial" panose="020B0604020202020204" pitchFamily="34" charset="0"/>
              </a:rPr>
              <a:t>Cursos</a:t>
            </a:r>
            <a:r>
              <a:rPr lang="es-ES" altLang="es-ES" sz="1800" dirty="0">
                <a:latin typeface="Arial" panose="020B0604020202020204" pitchFamily="34" charset="0"/>
              </a:rPr>
              <a:t> y </a:t>
            </a:r>
            <a:r>
              <a:rPr lang="es-ES" altLang="es-ES" sz="1800" b="1" dirty="0">
                <a:latin typeface="Arial" panose="020B0604020202020204" pitchFamily="34" charset="0"/>
              </a:rPr>
              <a:t>Plataformas</a:t>
            </a:r>
            <a:r>
              <a:rPr lang="es-ES" altLang="es-ES" sz="1800" dirty="0">
                <a:latin typeface="Arial" panose="020B0604020202020204" pitchFamily="34" charset="0"/>
              </a:rPr>
              <a:t> de formación.</a:t>
            </a:r>
            <a:br>
              <a:rPr lang="es-ES" altLang="es-ES" sz="1800" dirty="0">
                <a:latin typeface="Arial" panose="020B0604020202020204" pitchFamily="34" charset="0"/>
              </a:rPr>
            </a:br>
            <a:r>
              <a:rPr lang="es-ES" altLang="es-ES" sz="1800" b="1" dirty="0">
                <a:latin typeface="Arial" panose="020B0604020202020204" pitchFamily="34" charset="0"/>
              </a:rPr>
              <a:t>Arquitectura del Sistema:</a:t>
            </a:r>
          </a:p>
          <a:p>
            <a:r>
              <a:rPr lang="es-ES" altLang="es-ES" sz="1800" b="1" dirty="0" err="1">
                <a:latin typeface="Arial" panose="020B0604020202020204" pitchFamily="34" charset="0"/>
              </a:rPr>
              <a:t>Frontend</a:t>
            </a:r>
            <a:r>
              <a:rPr lang="es-ES" altLang="es-ES" sz="1800" b="1" dirty="0">
                <a:latin typeface="Arial" panose="020B0604020202020204" pitchFamily="34" charset="0"/>
              </a:rPr>
              <a:t>:</a:t>
            </a:r>
            <a:r>
              <a:rPr lang="es-ES" altLang="es-ES" sz="1800" dirty="0">
                <a:latin typeface="Arial" panose="020B0604020202020204" pitchFamily="34" charset="0"/>
              </a:rPr>
              <a:t> Single Page </a:t>
            </a:r>
            <a:r>
              <a:rPr lang="es-ES" altLang="es-ES" sz="1800" dirty="0" err="1">
                <a:latin typeface="Arial" panose="020B0604020202020204" pitchFamily="34" charset="0"/>
              </a:rPr>
              <a:t>Application</a:t>
            </a:r>
            <a:r>
              <a:rPr lang="es-ES" altLang="es-ES" sz="1800" dirty="0">
                <a:latin typeface="Arial" panose="020B0604020202020204" pitchFamily="34" charset="0"/>
              </a:rPr>
              <a:t> (SPA) reactiva construida con </a:t>
            </a:r>
            <a:r>
              <a:rPr lang="es-ES" altLang="es-ES" sz="1800" b="1" dirty="0" err="1">
                <a:latin typeface="Arial" panose="020B0604020202020204" pitchFamily="34" charset="0"/>
              </a:rPr>
              <a:t>React</a:t>
            </a:r>
            <a:r>
              <a:rPr lang="es-ES" altLang="es-ES" sz="1800" dirty="0">
                <a:latin typeface="Arial" panose="020B0604020202020204" pitchFamily="34" charset="0"/>
              </a:rPr>
              <a:t> y </a:t>
            </a:r>
            <a:r>
              <a:rPr lang="es-ES" altLang="es-ES" sz="1800" b="1" dirty="0">
                <a:latin typeface="Arial" panose="020B0604020202020204" pitchFamily="34" charset="0"/>
              </a:rPr>
              <a:t>Material UI</a:t>
            </a:r>
            <a:r>
              <a:rPr lang="es-ES" altLang="es-ES" dirty="0">
                <a:latin typeface="Arial" panose="020B0604020202020204" pitchFamily="34" charset="0"/>
              </a:rPr>
              <a:t>.</a:t>
            </a:r>
            <a:br>
              <a:rPr lang="es-ES" altLang="es-ES" dirty="0">
                <a:latin typeface="Arial" panose="020B0604020202020204" pitchFamily="34" charset="0"/>
              </a:rPr>
            </a:br>
            <a:r>
              <a:rPr lang="es-ES" altLang="es-ES" sz="1800" b="1" dirty="0" err="1">
                <a:latin typeface="Arial" panose="020B0604020202020204" pitchFamily="34" charset="0"/>
              </a:rPr>
              <a:t>Backend</a:t>
            </a:r>
            <a:r>
              <a:rPr lang="es-ES" altLang="es-ES" sz="1800" b="1" dirty="0">
                <a:latin typeface="Arial" panose="020B0604020202020204" pitchFamily="34" charset="0"/>
              </a:rPr>
              <a:t>:</a:t>
            </a:r>
            <a:r>
              <a:rPr lang="es-ES" altLang="es-ES" sz="1800" dirty="0">
                <a:latin typeface="Arial" panose="020B0604020202020204" pitchFamily="34" charset="0"/>
              </a:rPr>
              <a:t> API </a:t>
            </a:r>
            <a:r>
              <a:rPr lang="es-ES" altLang="es-ES" sz="1800" dirty="0" err="1">
                <a:latin typeface="Arial" panose="020B0604020202020204" pitchFamily="34" charset="0"/>
              </a:rPr>
              <a:t>RESTful</a:t>
            </a:r>
            <a:r>
              <a:rPr lang="es-ES" altLang="es-ES" sz="1800" dirty="0">
                <a:latin typeface="Arial" panose="020B0604020202020204" pitchFamily="34" charset="0"/>
              </a:rPr>
              <a:t> desarrollada con </a:t>
            </a:r>
            <a:r>
              <a:rPr lang="es-ES" altLang="es-ES" sz="1800" b="1" dirty="0">
                <a:latin typeface="Arial" panose="020B0604020202020204" pitchFamily="34" charset="0"/>
              </a:rPr>
              <a:t>Node.js</a:t>
            </a:r>
            <a:r>
              <a:rPr lang="es-ES" altLang="es-ES" sz="1800" dirty="0">
                <a:latin typeface="Arial" panose="020B0604020202020204" pitchFamily="34" charset="0"/>
              </a:rPr>
              <a:t>, </a:t>
            </a:r>
            <a:r>
              <a:rPr lang="es-ES" altLang="es-ES" sz="1800" b="1" dirty="0">
                <a:latin typeface="Arial" panose="020B0604020202020204" pitchFamily="34" charset="0"/>
              </a:rPr>
              <a:t>Express</a:t>
            </a:r>
            <a:r>
              <a:rPr lang="es-ES" altLang="es-ES" sz="1800" dirty="0">
                <a:latin typeface="Arial" panose="020B0604020202020204" pitchFamily="34" charset="0"/>
              </a:rPr>
              <a:t> y </a:t>
            </a:r>
            <a:r>
              <a:rPr lang="es-ES" altLang="es-ES" sz="1800" b="1" dirty="0" err="1">
                <a:latin typeface="Arial" panose="020B0604020202020204" pitchFamily="34" charset="0"/>
              </a:rPr>
              <a:t>Sequelize</a:t>
            </a:r>
            <a:r>
              <a:rPr lang="es-ES" altLang="es-ES" sz="1800" dirty="0">
                <a:latin typeface="Arial" panose="020B0604020202020204" pitchFamily="34" charset="0"/>
              </a:rPr>
              <a:t> (MySQL).</a:t>
            </a:r>
            <a:br>
              <a:rPr lang="es-ES" altLang="es-ES" sz="1800" dirty="0">
                <a:latin typeface="Arial" panose="020B0604020202020204" pitchFamily="34" charset="0"/>
              </a:rPr>
            </a:br>
            <a:r>
              <a:rPr lang="es-ES" altLang="es-ES" sz="1800" b="1" dirty="0">
                <a:latin typeface="Arial" panose="020B0604020202020204" pitchFamily="34" charset="0"/>
              </a:rPr>
              <a:t>Funcionalidades Implementadas:</a:t>
            </a:r>
            <a:br>
              <a:rPr lang="es-ES" altLang="es-ES" sz="1800" dirty="0">
                <a:latin typeface="Arial" panose="020B0604020202020204" pitchFamily="34" charset="0"/>
              </a:rPr>
            </a:br>
            <a:r>
              <a:rPr lang="es-ES" altLang="es-ES" sz="1800" dirty="0">
                <a:latin typeface="Arial" panose="020B0604020202020204" pitchFamily="34" charset="0"/>
              </a:rPr>
              <a:t>Gestión completa de datos (CRUD: Crear, Leer, Actualizar, Borrar).</a:t>
            </a:r>
            <a:br>
              <a:rPr lang="es-ES" altLang="es-ES" sz="1800" dirty="0">
                <a:latin typeface="Arial" panose="020B0604020202020204" pitchFamily="34" charset="0"/>
              </a:rPr>
            </a:br>
            <a:r>
              <a:rPr lang="es-ES" altLang="es-ES" sz="1800" dirty="0">
                <a:latin typeface="Arial" panose="020B0604020202020204" pitchFamily="34" charset="0"/>
              </a:rPr>
              <a:t>Visualización avanzada mediante </a:t>
            </a:r>
            <a:r>
              <a:rPr lang="es-ES" altLang="es-ES" sz="1800" b="1" dirty="0">
                <a:latin typeface="Arial" panose="020B0604020202020204" pitchFamily="34" charset="0"/>
              </a:rPr>
              <a:t>Tablas Paginadas</a:t>
            </a:r>
            <a:r>
              <a:rPr lang="es-ES" altLang="es-ES" sz="1800" dirty="0">
                <a:latin typeface="Arial" panose="020B0604020202020204" pitchFamily="34" charset="0"/>
              </a:rPr>
              <a:t>, </a:t>
            </a:r>
            <a:r>
              <a:rPr lang="es-ES" altLang="es-ES" sz="1800" b="1" dirty="0">
                <a:latin typeface="Arial" panose="020B0604020202020204" pitchFamily="34" charset="0"/>
              </a:rPr>
              <a:t>Tarjetas (</a:t>
            </a:r>
            <a:r>
              <a:rPr lang="es-ES" altLang="es-ES" sz="1800" b="1" u="sng" dirty="0" err="1">
                <a:latin typeface="Arial" panose="020B0604020202020204" pitchFamily="34" charset="0"/>
              </a:rPr>
              <a:t>Cards</a:t>
            </a:r>
            <a:r>
              <a:rPr lang="es-ES" altLang="es-ES" sz="1800" b="1" dirty="0">
                <a:latin typeface="Arial" panose="020B0604020202020204" pitchFamily="34" charset="0"/>
              </a:rPr>
              <a:t>)</a:t>
            </a:r>
            <a:r>
              <a:rPr lang="es-ES" altLang="es-ES" sz="1800" dirty="0">
                <a:latin typeface="Arial" panose="020B0604020202020204" pitchFamily="34" charset="0"/>
              </a:rPr>
              <a:t> y </a:t>
            </a:r>
            <a:r>
              <a:rPr lang="es-ES" altLang="es-ES" sz="1800" b="1" dirty="0" err="1">
                <a:latin typeface="Arial" panose="020B0604020202020204" pitchFamily="34" charset="0"/>
              </a:rPr>
              <a:t>DataGrid</a:t>
            </a:r>
            <a:r>
              <a:rPr lang="es-ES" altLang="es-ES" sz="1800" dirty="0">
                <a:latin typeface="Arial" panose="020B0604020202020204" pitchFamily="34" charset="0"/>
              </a:rPr>
              <a:t>.</a:t>
            </a:r>
            <a:br>
              <a:rPr lang="es-ES" altLang="es-ES" sz="1800" dirty="0">
                <a:latin typeface="Arial" panose="020B0604020202020204" pitchFamily="34" charset="0"/>
              </a:rPr>
            </a:br>
            <a:br>
              <a:rPr lang="es-ES" altLang="es-ES" sz="1800" dirty="0">
                <a:latin typeface="Arial" panose="020B0604020202020204" pitchFamily="34" charset="0"/>
              </a:rPr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893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9C67B-1453-8106-B57C-69B902CD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9D44BE-0AFF-163C-6C5F-14289494C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Esquema relacional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C3E238E-E84E-523C-8D3D-12CA3371766F}"/>
              </a:ext>
            </a:extLst>
          </p:cNvPr>
          <p:cNvSpPr txBox="1"/>
          <p:nvPr/>
        </p:nvSpPr>
        <p:spPr>
          <a:xfrm>
            <a:off x="993058" y="1858297"/>
            <a:ext cx="953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Insertar esquema relacional generado con </a:t>
            </a:r>
            <a:r>
              <a:rPr lang="es-ES" dirty="0" err="1"/>
              <a:t>phpmyadmin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16613C-A6D6-6FC9-AB5B-74AF0268D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02" y="2498072"/>
            <a:ext cx="6633147" cy="36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97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3DB00-BFE8-BAE5-ADA6-110441B6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08FE76-5B5D-A953-2A54-CED2E8A69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Tabla puntuación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C75F108-74F0-C422-6D75-281A714DA86A}"/>
              </a:ext>
            </a:extLst>
          </p:cNvPr>
          <p:cNvSpPr txBox="1"/>
          <p:nvPr/>
        </p:nvSpPr>
        <p:spPr>
          <a:xfrm>
            <a:off x="943897" y="1425678"/>
            <a:ext cx="953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Insertar tabla de puntuación rellena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D68BC7-5E58-8852-3BBD-666149162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258" y="1914002"/>
            <a:ext cx="6372742" cy="457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838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DB818-229E-F6DF-7B2E-682B526F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E03BA2-6732-1CFC-0E37-C33416FA4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GitHub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2B789AC-C061-D2C7-7279-F55985B639EF}"/>
              </a:ext>
            </a:extLst>
          </p:cNvPr>
          <p:cNvSpPr txBox="1"/>
          <p:nvPr/>
        </p:nvSpPr>
        <p:spPr>
          <a:xfrm>
            <a:off x="993058" y="1858297"/>
            <a:ext cx="9537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Insertar enlace a repositorio de GitHub </a:t>
            </a:r>
            <a:r>
              <a:rPr lang="es-ES" dirty="0">
                <a:hlinkClick r:id="rId2"/>
              </a:rPr>
              <a:t>https://github.com/AntonioLuis3181/Proyecto_Elearning_Antonio.git</a:t>
            </a: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90357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150</Words>
  <Application>Microsoft Office PowerPoint</Application>
  <PresentationFormat>Panorámica</PresentationFormat>
  <Paragraphs>11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Proyecto Elearning</vt:lpstr>
      <vt:lpstr>Descripción de la práctica</vt:lpstr>
      <vt:lpstr>Esquema relacional</vt:lpstr>
      <vt:lpstr>Tabla puntuación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Alberto Rodriguez Parrales</dc:creator>
  <cp:lastModifiedBy>Antonio Luis Vela García</cp:lastModifiedBy>
  <cp:revision>5</cp:revision>
  <dcterms:created xsi:type="dcterms:W3CDTF">2025-01-23T00:19:39Z</dcterms:created>
  <dcterms:modified xsi:type="dcterms:W3CDTF">2026-01-31T18:37:49Z</dcterms:modified>
</cp:coreProperties>
</file>