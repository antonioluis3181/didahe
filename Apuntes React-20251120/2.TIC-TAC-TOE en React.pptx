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492C-223D-054E-4C69-0714DEC60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AB3CAC-FF7E-C0A2-4712-DA16BEF04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B46B93-7C7F-5118-401A-342ADAE0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868517-2459-EC95-223A-AD36B840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D587CE-F1E3-A738-7A3A-92B959B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52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A01D3-4B2B-3DF4-2E13-B6D6854B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E221DD-A98F-9DF1-10CF-97D8DE886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105F24-3229-E814-B773-071C348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47697E-4F3B-E45C-172F-B33DD941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442B49-FFDF-4AAD-54B3-27819A60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90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A8B9C-75BB-BDC4-0C48-6195304F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9A552A-8182-071C-B62B-6801C04AA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BD1BD1-B029-55AC-5588-A429E01C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A98B9-D27D-2963-2FA2-0AC3A3C7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EDD6B4-B826-65DC-ABC1-A0EFE549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681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FD2CF-B291-39B4-3C60-3FCEDCDE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05C9B3-0743-DE57-1879-9EA795B1D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8FA2BB-D334-B030-27EB-E4E232E7F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082170-63BE-A2B9-AD6B-303A3167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8F5D78-ABE5-2FF1-B2F4-E5BA3F3A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E799DA-2560-8F5E-F709-D64DC6E9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31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D7F63-025A-383C-78AC-3FD572C9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A877D-DD96-17B9-288E-5529716DD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A3E33D-E23D-39A6-C7C3-5F7F3B7A8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D0D8B8-4E1E-ADAB-8ADC-F1F840A0D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36A9FB-C328-C1F9-A95E-12DCABB24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F023B7-2A02-9ACA-21BB-31F0DCCC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BF5317-F77D-CC0C-E45B-78195C28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5A7624-2A96-E707-EFF0-CA396CB9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82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1F0C8-A333-A16A-9417-E999830B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75EC53-95A6-D7E3-800C-B0B88042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8AAC2F-FB84-57A4-67DB-8CA0C7E9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4695EE-4286-8756-2D96-DC1E2B19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733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215797-594E-04BB-C6DD-0A238BD9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42EF27-1617-A05A-3E5F-C2DAE4207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1E7665-9935-73E2-D0D2-3C539816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84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00273-3CC4-275B-8F0F-56DB76BD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663A7-EB0A-B5E5-0DA5-C3490B00C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5DA0D2-BC1F-7632-572D-30BFF9FE5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B8F455-F3CC-1BC2-AE04-0019F3CE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196A40-3020-5752-C61F-BA4F5726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3469E6-4B45-B0E3-D571-2B267948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403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FB286-205A-B22E-74AE-2157A7DC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10F8CE-55A7-60BA-2A83-E8770F64F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6F2026-EE99-E418-4EC4-63CEBE5E3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14FF86-6A39-D662-0497-0C9BC350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340A35-E2E4-5EB5-277E-48151774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FEF58C-885E-A5FA-E882-0A0E0222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25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6EEAE-7E5F-5D93-7A7E-91E83755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353D3A-BA72-ADA8-A063-FAB236513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683F5E-F66F-8A6F-3194-E53B1916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FD9279-904E-CA54-08A7-B8865966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D97E56-77F4-0977-BAC8-4D9F4546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58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3C047F-81D7-F90F-B7F0-3A304593F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A829FD-8203-E1BC-4D00-029745D6B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43905-7943-2D35-050D-3556EF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0DF9B5-9DBF-9FF5-FBD9-BBE1A72F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7875D-03DB-F550-2B3B-0E466061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94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64B60E-1DAB-03A5-12A8-A6C2CA69F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59F3D9-D69E-56D2-10C6-2E707C04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4B69B9-BB53-6551-CDBA-69E9C8F24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46F36-CEBD-4CE6-95A5-A5D46F1F17D3}" type="datetimeFigureOut">
              <a:rPr lang="es-ES" smtClean="0"/>
              <a:t>06/01/2023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07D26B-617A-B17C-3B2A-2E3E6B800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500F39-B948-2A09-9E4D-37C85F654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56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eta.es.reactjs.org/learn/tutorial-tic-tac-to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9DCF9-E556-62E8-D089-C68739A9F3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TIC-TAC-TOE en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DFC836-E467-ED78-A4A8-F36A3DE96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Basado en </a:t>
            </a:r>
            <a:r>
              <a:rPr lang="es-ES" dirty="0">
                <a:hlinkClick r:id="rId2"/>
              </a:rPr>
              <a:t>https://beta.es.reactjs.org/learn/tutorial-tic-tac-toe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5834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B47D9-6155-D62D-9C3A-0BA4D9BB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CB500-6F5C-84E2-FC32-72FB46092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s-ES" dirty="0"/>
              <a:t>Configurar el proyecto</a:t>
            </a:r>
          </a:p>
          <a:p>
            <a:pPr marL="514350" indent="-514350">
              <a:buAutoNum type="arabicPeriod"/>
            </a:pPr>
            <a:r>
              <a:rPr lang="es-ES" dirty="0"/>
              <a:t>Elementos del proyecto</a:t>
            </a:r>
          </a:p>
          <a:p>
            <a:pPr marL="514350" indent="-514350">
              <a:buAutoNum type="arabicPeriod"/>
            </a:pPr>
            <a:r>
              <a:rPr lang="es-ES" dirty="0"/>
              <a:t>Modificar el componente para representar el tablero</a:t>
            </a:r>
          </a:p>
          <a:p>
            <a:pPr marL="514350" indent="-514350">
              <a:buAutoNum type="arabicPeriod"/>
            </a:pPr>
            <a:r>
              <a:rPr lang="es-ES" dirty="0"/>
              <a:t>Crear un componente Square reutilizable</a:t>
            </a:r>
          </a:p>
          <a:p>
            <a:pPr marL="514350" indent="-514350">
              <a:buAutoNum type="arabicPeriod"/>
            </a:pPr>
            <a:r>
              <a:rPr lang="es-ES" dirty="0"/>
              <a:t>Definir una “</a:t>
            </a:r>
            <a:r>
              <a:rPr lang="es-ES" dirty="0" err="1"/>
              <a:t>prop</a:t>
            </a:r>
            <a:r>
              <a:rPr lang="es-ES" dirty="0"/>
              <a:t>” (propiedad) para Square</a:t>
            </a:r>
          </a:p>
          <a:p>
            <a:pPr marL="514350" indent="-514350">
              <a:buAutoNum type="arabicPeriod" startAt="6"/>
            </a:pPr>
            <a:r>
              <a:rPr lang="es-ES" dirty="0"/>
              <a:t>Componente Square interactivo</a:t>
            </a:r>
          </a:p>
          <a:p>
            <a:pPr marL="514350" indent="-514350">
              <a:buAutoNum type="arabicPeriod" startAt="6"/>
            </a:pPr>
            <a:r>
              <a:rPr lang="es-ES" dirty="0" err="1"/>
              <a:t>React</a:t>
            </a:r>
            <a:r>
              <a:rPr lang="es-ES" dirty="0"/>
              <a:t> Dev Tools</a:t>
            </a:r>
          </a:p>
          <a:p>
            <a:pPr marL="514350" indent="-514350">
              <a:buAutoNum type="arabicPeriod" startAt="6"/>
            </a:pPr>
            <a:r>
              <a:rPr lang="es-ES" dirty="0"/>
              <a:t>El tablero almacena el estado</a:t>
            </a:r>
          </a:p>
          <a:p>
            <a:pPr marL="514350" indent="-514350">
              <a:buAutoNum type="arabicPeriod" startAt="6"/>
            </a:pPr>
            <a:r>
              <a:rPr lang="es-ES" dirty="0"/>
              <a:t>Teniendo en cuenta los turnos</a:t>
            </a:r>
          </a:p>
          <a:p>
            <a:pPr marL="514350" indent="-514350">
              <a:buAutoNum type="arabicPeriod" startAt="6"/>
            </a:pPr>
            <a:r>
              <a:rPr lang="es-ES" dirty="0"/>
              <a:t>Estado de la partida y ganador</a:t>
            </a:r>
          </a:p>
          <a:p>
            <a:pPr marL="514350" indent="-514350">
              <a:buAutoNum type="arabicPeriod" startAt="6"/>
            </a:pPr>
            <a:endParaRPr lang="es-ES" dirty="0"/>
          </a:p>
          <a:p>
            <a:pPr marL="514350" indent="-514350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375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198B8-EB06-7767-CC0C-C08D694C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Configurar 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D3003-386A-F467-95B0-0C5F0083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303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s-ES" sz="2400" dirty="0"/>
              <a:t>Descargar el fichero “Proyecto base TIC-TAC-TOE.zip”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s-ES" sz="2400" dirty="0"/>
              <a:t>Descomprimir en un directorio TIC-TAC-TOE creado previamente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s-ES" sz="2400" dirty="0"/>
              <a:t>Abrir el directorio del proyecto con </a:t>
            </a:r>
            <a:r>
              <a:rPr lang="es-ES" sz="2400" dirty="0" err="1"/>
              <a:t>VSCode</a:t>
            </a:r>
            <a:endParaRPr lang="es-ES" sz="2400" dirty="0"/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s-ES" sz="2400" dirty="0"/>
              <a:t>Desde el terminal de </a:t>
            </a:r>
            <a:r>
              <a:rPr lang="es-ES" sz="2400" dirty="0" err="1"/>
              <a:t>VSCode</a:t>
            </a:r>
            <a:r>
              <a:rPr lang="es-ES" sz="2400" dirty="0"/>
              <a:t> ejecutar “</a:t>
            </a:r>
            <a:r>
              <a:rPr lang="es-ES" sz="2400" dirty="0" err="1"/>
              <a:t>npm</a:t>
            </a:r>
            <a:r>
              <a:rPr lang="es-ES" sz="2400" dirty="0"/>
              <a:t> </a:t>
            </a:r>
            <a:r>
              <a:rPr lang="es-ES" sz="2400" dirty="0" err="1"/>
              <a:t>install</a:t>
            </a:r>
            <a:r>
              <a:rPr lang="es-ES" sz="2400" dirty="0"/>
              <a:t>” para instalar las dependencias del proyecto. Se descargarán aproximadamente 120 MB.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s-ES" sz="2400" dirty="0"/>
              <a:t>Falta incluir la importación de </a:t>
            </a:r>
            <a:r>
              <a:rPr lang="es-ES" sz="2400" dirty="0" err="1"/>
              <a:t>React</a:t>
            </a:r>
            <a:r>
              <a:rPr lang="es-ES" sz="2400" dirty="0"/>
              <a:t> en el fichero App.js: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s-E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s-E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s-E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400" dirty="0"/>
              <a:t>f)     Iniciar la ejecución del proyecto con el servidor local, para ello en el terminal de </a:t>
            </a:r>
            <a:r>
              <a:rPr lang="es-ES" sz="2400" dirty="0" err="1"/>
              <a:t>VSCode</a:t>
            </a:r>
            <a:r>
              <a:rPr lang="es-ES" sz="2400" dirty="0"/>
              <a:t> ejecutar “</a:t>
            </a:r>
            <a:r>
              <a:rPr lang="es-ES" sz="2400" dirty="0" err="1"/>
              <a:t>npm</a:t>
            </a:r>
            <a:r>
              <a:rPr lang="es-ES" sz="2400" dirty="0"/>
              <a:t> </a:t>
            </a:r>
            <a:r>
              <a:rPr lang="es-ES" sz="2400" dirty="0" err="1"/>
              <a:t>start</a:t>
            </a:r>
            <a:r>
              <a:rPr lang="es-ES" sz="2400" dirty="0"/>
              <a:t>”</a:t>
            </a:r>
          </a:p>
          <a:p>
            <a:pPr marL="0" indent="0">
              <a:buNone/>
            </a:pP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9119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8F923-2BAF-C694-9A35-93508930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Elementos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81E38-C697-4C98-F763-0BC69363D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Fichero “</a:t>
            </a:r>
            <a:r>
              <a:rPr lang="es-ES" dirty="0" err="1"/>
              <a:t>package.json</a:t>
            </a:r>
            <a:r>
              <a:rPr lang="es-ES" dirty="0"/>
              <a:t>”: </a:t>
            </a:r>
          </a:p>
          <a:p>
            <a:pPr lvl="1"/>
            <a:r>
              <a:rPr lang="es-ES" dirty="0"/>
              <a:t>Dependencias del proyecto.</a:t>
            </a:r>
          </a:p>
          <a:p>
            <a:pPr lvl="1"/>
            <a:r>
              <a:rPr lang="es-ES" dirty="0"/>
              <a:t>Programa principal “</a:t>
            </a:r>
            <a:r>
              <a:rPr lang="es-ES" dirty="0" err="1"/>
              <a:t>main</a:t>
            </a:r>
            <a:r>
              <a:rPr lang="es-ES" dirty="0"/>
              <a:t>” establecido en “index.js”</a:t>
            </a:r>
          </a:p>
          <a:p>
            <a:r>
              <a:rPr lang="es-ES" dirty="0"/>
              <a:t>Fichero “</a:t>
            </a:r>
            <a:r>
              <a:rPr lang="es-ES" dirty="0" err="1"/>
              <a:t>src</a:t>
            </a:r>
            <a:r>
              <a:rPr lang="es-ES" dirty="0"/>
              <a:t>/</a:t>
            </a:r>
            <a:r>
              <a:rPr lang="es-ES" dirty="0" err="1"/>
              <a:t>public</a:t>
            </a:r>
            <a:r>
              <a:rPr lang="es-ES" dirty="0"/>
              <a:t>/index.html”:</a:t>
            </a:r>
          </a:p>
          <a:p>
            <a:pPr lvl="1"/>
            <a:r>
              <a:rPr lang="es-ES" dirty="0"/>
              <a:t>Contiene la “raíz” para insertar componentes </a:t>
            </a:r>
            <a:r>
              <a:rPr lang="es-ES" dirty="0" err="1"/>
              <a:t>React</a:t>
            </a:r>
            <a:r>
              <a:rPr lang="es-ES" dirty="0"/>
              <a:t>. (id=“</a:t>
            </a:r>
            <a:r>
              <a:rPr lang="es-ES" dirty="0" err="1"/>
              <a:t>root</a:t>
            </a:r>
            <a:r>
              <a:rPr lang="es-ES" dirty="0"/>
              <a:t>”)</a:t>
            </a:r>
          </a:p>
          <a:p>
            <a:r>
              <a:rPr lang="es-ES" dirty="0"/>
              <a:t>Fichero “</a:t>
            </a:r>
            <a:r>
              <a:rPr lang="es-ES" dirty="0" err="1"/>
              <a:t>src</a:t>
            </a:r>
            <a:r>
              <a:rPr lang="es-ES" dirty="0"/>
              <a:t>/App.js”:</a:t>
            </a:r>
          </a:p>
          <a:p>
            <a:pPr lvl="1"/>
            <a:r>
              <a:rPr lang="es-ES" dirty="0"/>
              <a:t>Componente principal de la aplicación.</a:t>
            </a:r>
          </a:p>
          <a:p>
            <a:pPr lvl="1"/>
            <a:r>
              <a:rPr lang="es-ES" dirty="0"/>
              <a:t>Utiliza JSX.</a:t>
            </a:r>
          </a:p>
          <a:p>
            <a:r>
              <a:rPr lang="es-ES" dirty="0"/>
              <a:t>Fichero “</a:t>
            </a:r>
            <a:r>
              <a:rPr lang="es-ES" dirty="0" err="1"/>
              <a:t>src</a:t>
            </a:r>
            <a:r>
              <a:rPr lang="es-ES" dirty="0"/>
              <a:t>/index.js”:</a:t>
            </a:r>
          </a:p>
          <a:p>
            <a:pPr lvl="1"/>
            <a:r>
              <a:rPr lang="es-ES" dirty="0"/>
              <a:t>Importa las librerías de </a:t>
            </a:r>
            <a:r>
              <a:rPr lang="es-ES" dirty="0" err="1"/>
              <a:t>React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Importa el fichero de estilos (“styles.css”)</a:t>
            </a:r>
          </a:p>
          <a:p>
            <a:pPr lvl="1"/>
            <a:r>
              <a:rPr lang="es-ES" dirty="0"/>
              <a:t>Importa el componente principal de la aplicación (“App.js”)</a:t>
            </a:r>
          </a:p>
          <a:p>
            <a:pPr lvl="1"/>
            <a:r>
              <a:rPr lang="es-ES" dirty="0"/>
              <a:t>Selecciona el nodo raíz e inserta y renderiza el componente de la aplicación en dicho nodo.</a:t>
            </a:r>
          </a:p>
        </p:txBody>
      </p:sp>
    </p:spTree>
    <p:extLst>
      <p:ext uri="{BB962C8B-B14F-4D97-AF65-F5344CB8AC3E}">
        <p14:creationId xmlns:p14="http://schemas.microsoft.com/office/powerpoint/2010/main" val="763577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F7F52-3151-D846-1537-F53DD6CE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Modificar el componente para representar el tablero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6D22E-337F-C3F1-56CF-3A52C1E3E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board-row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6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0524400-8668-F286-6455-6EC14097A27E}"/>
              </a:ext>
            </a:extLst>
          </p:cNvPr>
          <p:cNvSpPr txBox="1"/>
          <p:nvPr/>
        </p:nvSpPr>
        <p:spPr>
          <a:xfrm>
            <a:off x="6303146" y="1819922"/>
            <a:ext cx="537099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s-ES" sz="16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sz="1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board-row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board-row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626CE36-C4CA-C0E4-7529-E099CEC70B21}"/>
              </a:ext>
            </a:extLst>
          </p:cNvPr>
          <p:cNvCxnSpPr/>
          <p:nvPr/>
        </p:nvCxnSpPr>
        <p:spPr>
          <a:xfrm>
            <a:off x="6096000" y="1819922"/>
            <a:ext cx="0" cy="42790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21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2A62B-9D3C-FBC8-0003-6319F515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Crear un componente Square reutilizable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21628-6E7B-3BDA-2C15-6A89ABBE4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Square()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"square"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Board()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"board-row"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8661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2A62B-9D3C-FBC8-0003-6319F515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Definir una “</a:t>
            </a:r>
            <a:r>
              <a:rPr lang="es-ES" dirty="0" err="1"/>
              <a:t>prop</a:t>
            </a:r>
            <a:r>
              <a:rPr lang="es-ES" dirty="0"/>
              <a:t>” (propiedad) para Square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21628-6E7B-3BDA-2C15-6A89ABBE4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Square({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board-row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140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2A62B-9D3C-FBC8-0003-6319F515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ES" dirty="0"/>
              <a:t>6. Componente Square interactivo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21628-6E7B-3BDA-2C15-6A89ABBE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4976674" cy="567283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4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4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s-ES" sz="4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Square() {</a:t>
            </a: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4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marL="0" indent="0">
              <a:buNone/>
            </a:pPr>
            <a:b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4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4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4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endParaRPr lang="es-ES" sz="4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4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4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4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4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s-ES" sz="4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4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4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4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s-ES" sz="4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4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4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4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4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4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s-ES" sz="4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4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4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4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4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 marL="0" indent="0">
              <a:buNone/>
            </a:pPr>
            <a:r>
              <a:rPr lang="es-ES" sz="4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s-ES" sz="1600" dirty="0"/>
              <a:t>…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06194B4-D0C6-3870-E732-13BB65D51C9F}"/>
              </a:ext>
            </a:extLst>
          </p:cNvPr>
          <p:cNvCxnSpPr>
            <a:cxnSpLocks/>
          </p:cNvCxnSpPr>
          <p:nvPr/>
        </p:nvCxnSpPr>
        <p:spPr>
          <a:xfrm>
            <a:off x="6048652" y="1289481"/>
            <a:ext cx="0" cy="50047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E52CC05-B30E-9682-AD09-3C2C551C12B6}"/>
              </a:ext>
            </a:extLst>
          </p:cNvPr>
          <p:cNvSpPr txBox="1"/>
          <p:nvPr/>
        </p:nvSpPr>
        <p:spPr>
          <a:xfrm>
            <a:off x="6356412" y="1325563"/>
            <a:ext cx="490269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Board()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"board-row"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7886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2A62B-9D3C-FBC8-0003-6319F515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ES" dirty="0"/>
              <a:t>7. </a:t>
            </a:r>
            <a:r>
              <a:rPr lang="es-ES" dirty="0" err="1"/>
              <a:t>React</a:t>
            </a:r>
            <a:r>
              <a:rPr lang="es-ES" dirty="0"/>
              <a:t> Dev Tools</a:t>
            </a:r>
          </a:p>
        </p:txBody>
      </p:sp>
      <p:pic>
        <p:nvPicPr>
          <p:cNvPr id="9" name="Imagen 8" descr="Pantalla de un computador&#10;&#10;Descripción generada automáticamente con confianza media">
            <a:extLst>
              <a:ext uri="{FF2B5EF4-FFF2-40B4-BE49-F238E27FC236}">
                <a16:creationId xmlns:a16="http://schemas.microsoft.com/office/drawing/2014/main" id="{7F8D53DE-53CC-3DD9-C762-954F7F9BC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65" y="1314449"/>
            <a:ext cx="7226423" cy="523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AAF92-8887-CFE4-C9BD-8D6D56BC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El tablero almacena el estado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CF3E36-A869-C6BE-4440-261542D84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354"/>
            <a:ext cx="10515600" cy="935330"/>
          </a:xfrm>
        </p:spPr>
        <p:txBody>
          <a:bodyPr>
            <a:normAutofit/>
          </a:bodyPr>
          <a:lstStyle/>
          <a:p>
            <a:r>
              <a:rPr lang="es-ES" sz="1600" dirty="0"/>
              <a:t>Para desarrollar el juego es mucho más fácil que el estado se almacene en el componente que representa el tablero.</a:t>
            </a:r>
          </a:p>
          <a:p>
            <a:r>
              <a:rPr lang="es-ES" sz="1600" dirty="0"/>
              <a:t>Utilizando las “</a:t>
            </a:r>
            <a:r>
              <a:rPr lang="es-ES" sz="1600" dirty="0" err="1"/>
              <a:t>props</a:t>
            </a:r>
            <a:r>
              <a:rPr lang="es-ES" sz="1600" dirty="0"/>
              <a:t>” el tablero puede enviar a cada Square que información debe mostrar y también el manejador de evento que le corresponde a cada componente ante un </a:t>
            </a:r>
            <a:r>
              <a:rPr lang="es-ES" sz="1600" dirty="0" err="1"/>
              <a:t>click</a:t>
            </a:r>
            <a:r>
              <a:rPr lang="es-ES" sz="16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1B9202-1065-BFBB-5C64-02F00535BEB2}"/>
              </a:ext>
            </a:extLst>
          </p:cNvPr>
          <p:cNvSpPr txBox="1"/>
          <p:nvPr/>
        </p:nvSpPr>
        <p:spPr>
          <a:xfrm>
            <a:off x="292962" y="2672178"/>
            <a:ext cx="757265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Square({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onSquareClick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{</a:t>
            </a:r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onSquareClick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(Array(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(i) {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squares.slice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{</a:t>
            </a:r>
            <a:r>
              <a:rPr lang="es-E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Copiar el array */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{</a:t>
            </a:r>
            <a:r>
              <a:rPr lang="es-E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Establecer array de estado */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96BAD59-3156-3920-BAEF-78D30121A183}"/>
              </a:ext>
            </a:extLst>
          </p:cNvPr>
          <p:cNvCxnSpPr>
            <a:cxnSpLocks/>
          </p:cNvCxnSpPr>
          <p:nvPr/>
        </p:nvCxnSpPr>
        <p:spPr>
          <a:xfrm>
            <a:off x="7016318" y="2831977"/>
            <a:ext cx="0" cy="386349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D755B78C-8053-4AE9-86DC-5B873AECF65E}"/>
              </a:ext>
            </a:extLst>
          </p:cNvPr>
          <p:cNvSpPr txBox="1"/>
          <p:nvPr/>
        </p:nvSpPr>
        <p:spPr>
          <a:xfrm>
            <a:off x="7182035" y="2831977"/>
            <a:ext cx="54420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board-row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onSquareClick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onSquareClick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&lt;Square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s-E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onSquareClick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 …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27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AAF92-8887-CFE4-C9BD-8D6D56BC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Teniendo en cuenta los turnos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1B9202-1065-BFBB-5C64-02F00535BEB2}"/>
              </a:ext>
            </a:extLst>
          </p:cNvPr>
          <p:cNvSpPr txBox="1"/>
          <p:nvPr/>
        </p:nvSpPr>
        <p:spPr>
          <a:xfrm>
            <a:off x="1322771" y="1600282"/>
            <a:ext cx="113367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setXIsNext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(Array(</a:t>
            </a:r>
            <a:r>
              <a:rPr lang="es-E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(i) 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[i]!=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squares.slice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setXIsNext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0016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69511-E2DB-92D6-CEF5-7DAD276A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10. Estado de la partida y ganador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08C126-0E15-C268-F128-935C1A37F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102"/>
            <a:ext cx="10515600" cy="508690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setXIsNext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3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setSquares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(Array(</a:t>
            </a:r>
            <a:r>
              <a:rPr lang="es-ES" sz="3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winner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calculateWinner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winner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status = 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3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Winner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winner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status = 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 </a:t>
            </a:r>
            <a:r>
              <a:rPr lang="es-ES" sz="3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s-ES" sz="3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marL="0" indent="0">
              <a:buNone/>
            </a:pPr>
            <a:b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(i) {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[i]!=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calculateWinner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3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3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3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s-ES" sz="67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s-ES" sz="6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4748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1194</Words>
  <Application>Microsoft Office PowerPoint</Application>
  <PresentationFormat>Panorámica</PresentationFormat>
  <Paragraphs>183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Tema de Office</vt:lpstr>
      <vt:lpstr>TIC-TAC-TOE en React</vt:lpstr>
      <vt:lpstr>Índice</vt:lpstr>
      <vt:lpstr>1. Configurar el proyecto</vt:lpstr>
      <vt:lpstr>2. Elementos del proyecto</vt:lpstr>
      <vt:lpstr>3. Modificar el componente para representar el tablero</vt:lpstr>
      <vt:lpstr>4. Crear un componente Square reutilizable</vt:lpstr>
      <vt:lpstr>5. Definir una “prop” (propiedad) para Square</vt:lpstr>
      <vt:lpstr>6. Componente Square interactivo</vt:lpstr>
      <vt:lpstr>7. React Dev Tools</vt:lpstr>
      <vt:lpstr>8. El tablero almacena el estado</vt:lpstr>
      <vt:lpstr>9. Teniendo en cuenta los turnos</vt:lpstr>
      <vt:lpstr>10. Estado de la partida y ganador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TIC-TAC-TOE en React</dc:title>
  <dc:creator>Carlos Alberto Rodriguez Parrales</dc:creator>
  <cp:lastModifiedBy>Carlos Alberto Rodriguez Parrales</cp:lastModifiedBy>
  <cp:revision>5</cp:revision>
  <dcterms:created xsi:type="dcterms:W3CDTF">2023-01-06T19:23:39Z</dcterms:created>
  <dcterms:modified xsi:type="dcterms:W3CDTF">2023-01-06T21:05:54Z</dcterms:modified>
</cp:coreProperties>
</file>