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2B492C-223D-054E-4C69-0714DEC603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AAB3CAC-FF7E-C0A2-4712-DA16BEF04E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B46B93-7C7F-5118-401A-342ADAE0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868517-2459-EC95-223A-AD36B8404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D587CE-F1E3-A738-7A3A-92B959B2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4526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9A01D3-4B2B-3DF4-2E13-B6D6854B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E221DD-A98F-9DF1-10CF-97D8DE8860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105F24-3229-E814-B773-071C348F4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47697E-4F3B-E45C-172F-B33DD9410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442B49-FFDF-4AAD-54B3-27819A607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8907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CA8B9C-75BB-BDC4-0C48-6195304F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59A552A-8182-071C-B62B-6801C04AA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CBD1BD1-B029-55AC-5588-A429E01C5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8A98B9-D27D-2963-2FA2-0AC3A3C78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EDD6B4-B826-65DC-ABC1-A0EFE549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681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FD2CF-B291-39B4-3C60-3FCEDCDE2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05C9B3-0743-DE57-1879-9EA795B1D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E8FA2BB-D334-B030-27EB-E4E232E7F4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082170-63BE-A2B9-AD6B-303A3167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C8F5D78-ABE5-2FF1-B2F4-E5BA3F3A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E799DA-2560-8F5E-F709-D64DC6E9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2316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D7F63-025A-383C-78AC-3FD572C95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3A877D-DD96-17B9-288E-5529716DD4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2A3E33D-E23D-39A6-C7C3-5F7F3B7A8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AD0D8B8-4E1E-ADAB-8ADC-F1F840A0DD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F36A9FB-C328-C1F9-A95E-12DCABB246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4F023B7-2A02-9ACA-21BB-31F0DCCCC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ABF5317-F77D-CC0C-E45B-78195C28D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5A7624-2A96-E707-EFF0-CA396CB9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2824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B1F0C8-A333-A16A-9417-E999830BE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D75EC53-95A6-D7E3-800C-B0B88042A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8AAC2F-FB84-57A4-67DB-8CA0C7E98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94695EE-4286-8756-2D96-DC1E2B191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7335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9215797-594E-04BB-C6DD-0A238BD9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B42EF27-1617-A05A-3E5F-C2DAE4207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1E7665-9935-73E2-D0D2-3C5398160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840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F00273-3CC4-275B-8F0F-56DB76BD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F663A7-EB0A-B5E5-0DA5-C3490B00C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C5DA0D2-BC1F-7632-572D-30BFF9FE57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BB8F455-F3CC-1BC2-AE04-0019F3CE8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8196A40-3020-5752-C61F-BA4F5726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3469E6-4B45-B0E3-D571-2B267948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4034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FB286-205A-B22E-74AE-2157A7DC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C10F8CE-55A7-60BA-2A83-E8770F64F7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26F2026-EE99-E418-4EC4-63CEBE5E37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14FF86-6A39-D662-0497-0C9BC3500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340A35-E2E4-5EB5-277E-481517747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2FEF58C-885E-A5FA-E882-0A0E0222B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42256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6EEAE-7E5F-5D93-7A7E-91E837553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353D3A-BA72-ADA8-A063-FAB236513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683F5E-F66F-8A6F-3194-E53B19166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FD9279-904E-CA54-08A7-B8865966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D97E56-77F4-0977-BAC8-4D9F4546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1358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83C047F-81D7-F90F-B7F0-3A304593F7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A829FD-8203-E1BC-4D00-029745D6B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643905-7943-2D35-050D-3556EF1D6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0DF9B5-9DBF-9FF5-FBD9-BBE1A72FA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87875D-03DB-F550-2B3B-0E4660618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55948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E64B60E-1DAB-03A5-12A8-A6C2CA69F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59F3D9-D69E-56D2-10C6-2E707C046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4B69B9-BB53-6551-CDBA-69E9C8F248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46F36-CEBD-4CE6-95A5-A5D46F1F17D3}" type="datetimeFigureOut">
              <a:rPr lang="es-ES" smtClean="0"/>
              <a:t>07/01/2023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407D26B-617A-B17C-3B2A-2E3E6B8005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500F39-B948-2A09-9E4D-37C85F654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E10EA-1C63-4CF7-BC72-583DAAC6E2B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56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eta.es.reactjs.org/learn/tutorial-tic-tac-to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9DCF9-E556-62E8-D089-C68739A9F3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TIC-TAC-TOE avanzado </a:t>
            </a:r>
            <a:br>
              <a:rPr lang="es-ES" dirty="0"/>
            </a:br>
            <a:r>
              <a:rPr lang="es-ES" dirty="0"/>
              <a:t>en </a:t>
            </a:r>
            <a:r>
              <a:rPr lang="es-ES" dirty="0" err="1"/>
              <a:t>React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9DFC836-E467-ED78-A4A8-F36A3DE96B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Basado en </a:t>
            </a:r>
            <a:r>
              <a:rPr lang="es-ES" dirty="0">
                <a:hlinkClick r:id="rId2"/>
              </a:rPr>
              <a:t>https://beta.es.reactjs.org/learn/tutorial-tic-tac-toe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5834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B47D9-6155-D62D-9C3A-0BA4D9BBB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7CB500-6F5C-84E2-FC32-72FB46092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s-ES" dirty="0"/>
              <a:t>Guardar historial de movimientos</a:t>
            </a:r>
          </a:p>
          <a:p>
            <a:pPr marL="514350" indent="-514350">
              <a:buAutoNum type="arabicPeriod"/>
            </a:pPr>
            <a:r>
              <a:rPr lang="es-ES" dirty="0"/>
              <a:t>Mostrar botones del historial</a:t>
            </a:r>
          </a:p>
          <a:p>
            <a:pPr marL="514350" indent="-514350">
              <a:buAutoNum type="arabicPeriod"/>
            </a:pPr>
            <a:r>
              <a:rPr lang="es-ES" dirty="0"/>
              <a:t>Moverse por el historial</a:t>
            </a:r>
          </a:p>
          <a:p>
            <a:pPr marL="514350" indent="-514350">
              <a:buAutoNum type="arabicPeriod"/>
            </a:pPr>
            <a:r>
              <a:rPr lang="es-ES" dirty="0"/>
              <a:t>Retos </a:t>
            </a:r>
          </a:p>
          <a:p>
            <a:pPr marL="514350" indent="-514350">
              <a:buAutoNum type="arabicPeriod" startAt="6"/>
            </a:pPr>
            <a:endParaRPr lang="es-ES" dirty="0"/>
          </a:p>
          <a:p>
            <a:pPr marL="514350" indent="-514350">
              <a:buAutoNum type="arabicPeriod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3755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198B8-EB06-7767-CC0C-C08D694C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Guardar el historial de movimientos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ED3003-386A-F467-95B0-0C5F0083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31"/>
            <a:ext cx="10515600" cy="91757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600" dirty="0"/>
              <a:t>Creamos un nuevo componente </a:t>
            </a:r>
            <a:r>
              <a:rPr lang="es-ES" sz="1600" dirty="0" err="1"/>
              <a:t>Game</a:t>
            </a:r>
            <a:r>
              <a:rPr lang="es-ES" sz="1600" dirty="0"/>
              <a:t> que almacenará el estado de la partida, en concreto, usando estados almacenará el turno y un historial de movimientos en forma de un array bidimensional. Cada elemento del historial es a su vez un array con nueve posiciones que representa el estado del tablero tras cada movimiento.</a:t>
            </a:r>
          </a:p>
          <a:p>
            <a:pPr marL="0" indent="0">
              <a:buNone/>
            </a:pP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lphaLcParenR"/>
            </a:pPr>
            <a:endParaRPr lang="es-ES" dirty="0"/>
          </a:p>
          <a:p>
            <a:pPr marL="514350" indent="-514350">
              <a:buFont typeface="+mj-lt"/>
              <a:buAutoNum type="alphaLcParenR"/>
            </a:pPr>
            <a:endParaRPr lang="es-ES" dirty="0"/>
          </a:p>
          <a:p>
            <a:pPr marL="514350" indent="-514350">
              <a:buFont typeface="+mj-lt"/>
              <a:buAutoNum type="alphaLcParenR"/>
            </a:pP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5B8C20-4160-BE58-E0BF-336F2020D8EF}"/>
              </a:ext>
            </a:extLst>
          </p:cNvPr>
          <p:cNvSpPr txBox="1"/>
          <p:nvPr/>
        </p:nvSpPr>
        <p:spPr>
          <a:xfrm>
            <a:off x="88777" y="2662916"/>
            <a:ext cx="668488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setXIsNext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setHistory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([Array(</a:t>
            </a:r>
            <a:r>
              <a:rPr lang="es-E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)]);</a:t>
            </a:r>
          </a:p>
          <a:p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currentSquares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history.length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s-E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b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handlePlay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{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/*Crea un array con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y el siguiente array */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setHistory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([...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 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setXIsNext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ECA30B3-0A9D-C26A-6D35-31196DCB62DF}"/>
              </a:ext>
            </a:extLst>
          </p:cNvPr>
          <p:cNvSpPr txBox="1"/>
          <p:nvPr/>
        </p:nvSpPr>
        <p:spPr>
          <a:xfrm>
            <a:off x="6846207" y="2662916"/>
            <a:ext cx="4698722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game-board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	      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currentSquares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onPlay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handlePlay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game-info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/*TODO*/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0433D48-84EF-ACC7-033E-0332D03D830B}"/>
              </a:ext>
            </a:extLst>
          </p:cNvPr>
          <p:cNvCxnSpPr>
            <a:cxnSpLocks/>
          </p:cNvCxnSpPr>
          <p:nvPr/>
        </p:nvCxnSpPr>
        <p:spPr>
          <a:xfrm>
            <a:off x="6616824" y="2662916"/>
            <a:ext cx="0" cy="339244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119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198B8-EB06-7767-CC0C-C08D694C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Mostrar botones del historial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ED3003-386A-F467-95B0-0C5F0083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31"/>
            <a:ext cx="10515600" cy="49144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s-ES" sz="1600" dirty="0"/>
              <a:t>En el componente </a:t>
            </a:r>
            <a:r>
              <a:rPr lang="es-ES" sz="1600" dirty="0" err="1"/>
              <a:t>Game</a:t>
            </a:r>
            <a:r>
              <a:rPr lang="es-ES" sz="1600" dirty="0"/>
              <a:t> se debe generar una lista de botones que permitirán volver a estados anteriores.</a:t>
            </a:r>
          </a:p>
          <a:p>
            <a:pPr marL="0" indent="0">
              <a:buNone/>
            </a:pP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lphaLcParenR"/>
            </a:pPr>
            <a:endParaRPr lang="es-ES" dirty="0"/>
          </a:p>
          <a:p>
            <a:pPr marL="514350" indent="-514350">
              <a:buFont typeface="+mj-lt"/>
              <a:buAutoNum type="alphaLcParenR"/>
            </a:pPr>
            <a:endParaRPr lang="es-ES" dirty="0"/>
          </a:p>
          <a:p>
            <a:pPr marL="514350" indent="-514350">
              <a:buFont typeface="+mj-lt"/>
              <a:buAutoNum type="alphaLcParenR"/>
            </a:pP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5B8C20-4160-BE58-E0BF-336F2020D8EF}"/>
              </a:ext>
            </a:extLst>
          </p:cNvPr>
          <p:cNvSpPr txBox="1"/>
          <p:nvPr/>
        </p:nvSpPr>
        <p:spPr>
          <a:xfrm>
            <a:off x="275207" y="1837678"/>
            <a:ext cx="600130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jumpTo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 {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POR HACER*/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 </a:t>
            </a:r>
            <a:b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{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moves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es un array de componentes &lt;</a:t>
            </a:r>
            <a:r>
              <a:rPr lang="es-E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&gt; */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history.map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&gt; </a:t>
            </a:r>
            <a:r>
              <a:rPr lang="es-E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#'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start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sz="16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jumpTo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description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	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li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});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endParaRPr lang="es-ES" dirty="0"/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E14B172-0487-BA4F-2158-3A3F71D18DA5}"/>
              </a:ext>
            </a:extLst>
          </p:cNvPr>
          <p:cNvCxnSpPr>
            <a:cxnSpLocks/>
          </p:cNvCxnSpPr>
          <p:nvPr/>
        </p:nvCxnSpPr>
        <p:spPr>
          <a:xfrm>
            <a:off x="6616824" y="1837678"/>
            <a:ext cx="0" cy="480131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FE8A760-6827-B203-6B8A-BB8919F3C084}"/>
              </a:ext>
            </a:extLst>
          </p:cNvPr>
          <p:cNvSpPr txBox="1"/>
          <p:nvPr/>
        </p:nvSpPr>
        <p:spPr>
          <a:xfrm>
            <a:off x="6839506" y="1837678"/>
            <a:ext cx="4698722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game-board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Board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	      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squares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currentSquares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s-ES" sz="16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              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onPlay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handlePlay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className</a:t>
            </a:r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game-info</a:t>
            </a:r>
            <a:r>
              <a:rPr lang="es-E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ES" sz="1600" b="1" dirty="0" err="1">
                <a:solidFill>
                  <a:srgbClr val="008000"/>
                </a:solidFill>
                <a:latin typeface="Consolas" panose="020B0609020204030204" pitchFamily="49" charset="0"/>
              </a:rPr>
              <a:t>moves</a:t>
            </a:r>
            <a:r>
              <a:rPr lang="es-E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ol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s-ES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div</a:t>
            </a:r>
            <a:r>
              <a:rPr lang="es-E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es-E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es-E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6282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198B8-EB06-7767-CC0C-C08D694C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Moverse por el historial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ED3003-386A-F467-95B0-0C5F00835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6231"/>
            <a:ext cx="10515600" cy="49144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es-ES" sz="1600" dirty="0"/>
              <a:t>Crearemos una nueva variable de estado que indicará cual es el movimiento actual. Dado que el movimiento actual determina el turno (X en movimientos pares y O en movimientos impares) podemos eliminar el estado </a:t>
            </a:r>
            <a:r>
              <a:rPr lang="es-ES" sz="1600" dirty="0" err="1"/>
              <a:t>xIsNext</a:t>
            </a:r>
            <a:r>
              <a:rPr lang="es-ES" sz="1600" dirty="0"/>
              <a:t> dado que es redundante.</a:t>
            </a:r>
          </a:p>
          <a:p>
            <a:pPr marL="0" indent="0">
              <a:buNone/>
            </a:pPr>
            <a:endParaRPr lang="es-E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lphaLcParenR"/>
            </a:pPr>
            <a:endParaRPr lang="es-ES" dirty="0"/>
          </a:p>
          <a:p>
            <a:pPr marL="514350" indent="-514350">
              <a:buFont typeface="+mj-lt"/>
              <a:buAutoNum type="alphaLcParenR"/>
            </a:pPr>
            <a:endParaRPr lang="es-ES" dirty="0"/>
          </a:p>
          <a:p>
            <a:pPr marL="514350" indent="-514350">
              <a:buFont typeface="+mj-lt"/>
              <a:buAutoNum type="alphaLcParenR"/>
            </a:pPr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15B8C20-4160-BE58-E0BF-336F2020D8EF}"/>
              </a:ext>
            </a:extLst>
          </p:cNvPr>
          <p:cNvSpPr txBox="1"/>
          <p:nvPr/>
        </p:nvSpPr>
        <p:spPr>
          <a:xfrm>
            <a:off x="660647" y="1926455"/>
            <a:ext cx="113012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Game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setHistory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([Array(</a:t>
            </a:r>
            <a:r>
              <a:rPr lang="es-E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)]);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currentMove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setCurrentMove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currentSquares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currentMove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xIsNext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currentMove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% </a:t>
            </a:r>
            <a:r>
              <a:rPr lang="es-E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es-E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s-E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jumpTo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nextMove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setCurrentMove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nextMove</a:t>
            </a:r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DEE65BC-E52F-F456-6A05-25FBBFB36478}"/>
              </a:ext>
            </a:extLst>
          </p:cNvPr>
          <p:cNvSpPr txBox="1"/>
          <p:nvPr/>
        </p:nvSpPr>
        <p:spPr>
          <a:xfrm>
            <a:off x="660647" y="4747545"/>
            <a:ext cx="10515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handlePlay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E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/*Crea un array con </a:t>
            </a:r>
            <a:r>
              <a:rPr lang="es-ES" sz="18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history</a:t>
            </a:r>
            <a:r>
              <a:rPr lang="es-ES" sz="1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y el siguiente array */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nextHistory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[...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history.slice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currentMove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s-E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nextSquares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setHistory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nextHistory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setCurrentMove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ES" sz="18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nextHistory.length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s-ES" sz="1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r>
              <a:rPr lang="es-E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77075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2198B8-EB06-7767-CC0C-C08D694CE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Retos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6D58F7C-EF28-A35B-F7B8-2AEE674786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6175"/>
            <a:ext cx="1025888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E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Solo para el movimiento actual, mostrar “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You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at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move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#…” en vez de un botón.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Reescribir el componente 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Board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 forma que se usen dos bucles para mostrar los componentes Square en vez de hacerlo de manera “</a:t>
            </a:r>
            <a:r>
              <a:rPr kumimoji="0" lang="es-ES" altLang="es-E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hardcoded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”.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Agregar un botón que permita ordenar los movimientos en orden ascendente o descendente alternativamente.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lang="es-ES" altLang="es-ES" sz="2400" dirty="0"/>
              <a:t>Cuando alguien gane, resaltar los tres Square que causan la victoria. Cuando no gane nadie mostrar un mensaje indicando que el resultado ha sido un empate.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lphaLcParenR"/>
              <a:tabLst/>
            </a:pPr>
            <a:r>
              <a:rPr lang="es-ES" altLang="es-ES" sz="2400" dirty="0"/>
              <a:t>Mostrar la localización de cada movimiento en el formato (</a:t>
            </a:r>
            <a:r>
              <a:rPr lang="es-ES" altLang="es-ES" sz="2400" dirty="0" err="1"/>
              <a:t>fila</a:t>
            </a:r>
            <a:r>
              <a:rPr lang="es-ES" altLang="es-ES" sz="2400" err="1"/>
              <a:t>,</a:t>
            </a:r>
            <a:r>
              <a:rPr lang="es-ES" altLang="es-ES" sz="2400"/>
              <a:t>columna) </a:t>
            </a:r>
            <a:r>
              <a:rPr lang="es-ES" altLang="es-ES" sz="2400" dirty="0"/>
              <a:t>en la lista con el historial de movimientos.</a:t>
            </a:r>
            <a:r>
              <a:rPr kumimoji="0" lang="es-ES" altLang="es-E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9745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730</Words>
  <Application>Microsoft Office PowerPoint</Application>
  <PresentationFormat>Panorámica</PresentationFormat>
  <Paragraphs>95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Consolas</vt:lpstr>
      <vt:lpstr>Tema de Office</vt:lpstr>
      <vt:lpstr>TIC-TAC-TOE avanzado  en React</vt:lpstr>
      <vt:lpstr>Índice</vt:lpstr>
      <vt:lpstr>1. Guardar el historial de movimientos </vt:lpstr>
      <vt:lpstr>2. Mostrar botones del historial</vt:lpstr>
      <vt:lpstr>3. Moverse por el historial</vt:lpstr>
      <vt:lpstr>4. Retos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TIC-TAC-TOE en React</dc:title>
  <dc:creator>Carlos Alberto Rodriguez Parrales</dc:creator>
  <cp:lastModifiedBy>Carlos Alberto Rodriguez Parrales</cp:lastModifiedBy>
  <cp:revision>8</cp:revision>
  <dcterms:created xsi:type="dcterms:W3CDTF">2023-01-06T19:23:39Z</dcterms:created>
  <dcterms:modified xsi:type="dcterms:W3CDTF">2023-01-07T15:08:06Z</dcterms:modified>
</cp:coreProperties>
</file>